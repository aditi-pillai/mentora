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Study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7F8C8D"/>
                </a:solidFill>
              </a:defRPr>
            </a:pPr>
            <a:r>
              <a:t>Generated by Mentora AI - Your Intelligent Learning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2011680"/>
            <a:ext cx="5943600" cy="0"/>
          </a:xfrm>
          <a:prstGeom prst="line">
            <a:avLst/>
          </a:prstGeom>
          <a:ln w="381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  <a:br/>
            <a:r>
              <a:t>• Vulnerability apprais...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Steps in Risk Management (continued) • Vulnerability appraisal – Takes a snapshot of the security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of the organization as it now stands • Every asset must be viewed in light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of each threat • Determining vulnerabilities often depends upon the background and experience of the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assessor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  <a:br/>
            <a:r>
              <a:t>• Risk assessment</a:t>
            </a:r>
            <a:br/>
            <a:r>
              <a:t>– Inv...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Steps in Risk Management (continued) • Risk assessment – Involves determining the damage that would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result from an attack and the likelihood that the vulnerability is a risk to the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organization – One way to determine severity of a risk is to judge the impact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that the vulnerability would have on organization if it was exploited.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  <a:br/>
            <a:r>
              <a:t>• Calculating the antic...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Steps in Risk Management (continued) • Calculating the anticipated losses can be helpful in determining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the impact of a vulnerability • Two formulas are commonly used to calculate expected losses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– Single Loss Expectancy (SLE) • The expected monetary loss every time a risk occurs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• Calculated by: SLE= AV * EF – Annualized Loss Expectancy (ALE) • The expected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monetary loss that can be expected for an asset due to a risk over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  <a:br/>
            <a:r>
              <a:t>• Next step is to estim...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Based on advance</a:t>
            </a:r>
            <a:br/>
            <a:r>
              <a:t>statistical models or a “best guess” approach and</a:t>
            </a:r>
            <a:br/>
            <a:r>
              <a:t>create a ranking system from 1 to10.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  <a:br/>
            <a:r>
              <a:t>• Risk mitigation</a:t>
            </a:r>
            <a:br/>
            <a:r>
              <a:t>– The...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Steps in Risk Management (continued) • Risk mitigation – The final step is to determine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what to do about the risks • Options when confronted with a risk: – Diminish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the risk – Transfer the risk – Accept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Steps in Risk Management (continued)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Summary</a:t>
            </a:r>
            <a:br/>
            <a:r>
              <a:t>• In information security, a risk is the likelihood 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Summary • In information security, a risk is the likelihood that a threat agent will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exploit a vulnerability • A risk management study generally involves five specific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</a:defRPr>
            </a:pPr>
            <a:r>
              <a:t>Steps in Risk Management (continued)</a:t>
            </a:r>
            <a:br/>
            <a:r>
              <a:t>• Along with the assets...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280160"/>
            <a:ext cx="8229600" cy="0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Steps in Risk Management (continued) • Along with the assets, the attributes of the assets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need to be compiled • Important to determine each item’s relative value • Factors that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should be considered in determining the relative value are: – How critical is this asset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to the goals of the organization? – How difficult would it be to replace it?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Calibri"/>
              </a:defRPr>
            </a:pPr>
            <a:r>
              <a:t>– How much does it cost to protect it? – How much revenue does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217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5A5A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